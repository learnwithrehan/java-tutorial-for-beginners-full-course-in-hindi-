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2A46-6E6E-40F7-8CB3-6D58777C2B77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199F9-E48B-4102-B4A2-CB153083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3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2A46-6E6E-40F7-8CB3-6D58777C2B77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199F9-E48B-4102-B4A2-CB153083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37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2A46-6E6E-40F7-8CB3-6D58777C2B77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199F9-E48B-4102-B4A2-CB153083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98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2A46-6E6E-40F7-8CB3-6D58777C2B77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199F9-E48B-4102-B4A2-CB153083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2A46-6E6E-40F7-8CB3-6D58777C2B77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199F9-E48B-4102-B4A2-CB153083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3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2A46-6E6E-40F7-8CB3-6D58777C2B77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199F9-E48B-4102-B4A2-CB153083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0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2A46-6E6E-40F7-8CB3-6D58777C2B77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199F9-E48B-4102-B4A2-CB153083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57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2A46-6E6E-40F7-8CB3-6D58777C2B77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199F9-E48B-4102-B4A2-CB153083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5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2A46-6E6E-40F7-8CB3-6D58777C2B77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199F9-E48B-4102-B4A2-CB153083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2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2A46-6E6E-40F7-8CB3-6D58777C2B77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199F9-E48B-4102-B4A2-CB153083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90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2A46-6E6E-40F7-8CB3-6D58777C2B77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199F9-E48B-4102-B4A2-CB153083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02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52A46-6E6E-40F7-8CB3-6D58777C2B77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199F9-E48B-4102-B4A2-CB153083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Variables in Java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u="sng" dirty="0" smtClean="0"/>
              <a:t>By-</a:t>
            </a:r>
            <a:r>
              <a:rPr lang="en-US" i="1" u="sng" dirty="0" err="1" smtClean="0"/>
              <a:t>LearnWithRehan</a:t>
            </a:r>
            <a:endParaRPr lang="en-US" i="1" u="sng" dirty="0" smtClean="0"/>
          </a:p>
          <a:p>
            <a:r>
              <a:rPr lang="en-US" u="sng" dirty="0" smtClean="0"/>
              <a:t>DAY-6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718284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⭐ </a:t>
            </a:r>
            <a:r>
              <a:rPr lang="en-US" b="1" dirty="0" smtClean="0"/>
              <a:t>1. Variable </a:t>
            </a:r>
            <a:r>
              <a:rPr lang="hi-IN" b="1" dirty="0" smtClean="0"/>
              <a:t>क्या होता है?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Variable </a:t>
            </a:r>
            <a:r>
              <a:rPr lang="hi-IN" dirty="0" smtClean="0"/>
              <a:t>एक </a:t>
            </a:r>
            <a:r>
              <a:rPr lang="en-US" b="1" dirty="0" smtClean="0"/>
              <a:t>container (</a:t>
            </a:r>
            <a:r>
              <a:rPr lang="hi-IN" b="1" dirty="0" smtClean="0"/>
              <a:t>डिब्बा)</a:t>
            </a:r>
            <a:r>
              <a:rPr lang="hi-IN" dirty="0" smtClean="0"/>
              <a:t> होता है जिसमें हम </a:t>
            </a:r>
            <a:r>
              <a:rPr lang="en-US" b="1" dirty="0" smtClean="0"/>
              <a:t>data store</a:t>
            </a:r>
            <a:r>
              <a:rPr lang="en-US" dirty="0" smtClean="0"/>
              <a:t> </a:t>
            </a:r>
            <a:r>
              <a:rPr lang="hi-IN" dirty="0" smtClean="0"/>
              <a:t>करते हैं।</a:t>
            </a:r>
          </a:p>
          <a:p>
            <a:r>
              <a:rPr lang="en-US" dirty="0" smtClean="0"/>
              <a:t>Program </a:t>
            </a:r>
            <a:r>
              <a:rPr lang="hi-IN" dirty="0" smtClean="0"/>
              <a:t>के अंदर किसी </a:t>
            </a:r>
            <a:r>
              <a:rPr lang="en-US" dirty="0" smtClean="0"/>
              <a:t>value </a:t>
            </a:r>
            <a:r>
              <a:rPr lang="hi-IN" dirty="0" smtClean="0"/>
              <a:t>को </a:t>
            </a:r>
            <a:r>
              <a:rPr lang="en-US" b="1" dirty="0" smtClean="0"/>
              <a:t>store</a:t>
            </a:r>
            <a:r>
              <a:rPr lang="en-US" dirty="0" smtClean="0"/>
              <a:t>, </a:t>
            </a:r>
            <a:r>
              <a:rPr lang="en-US" b="1" dirty="0" smtClean="0"/>
              <a:t>update</a:t>
            </a:r>
            <a:r>
              <a:rPr lang="en-US" dirty="0" smtClean="0"/>
              <a:t> </a:t>
            </a:r>
            <a:r>
              <a:rPr lang="hi-IN" dirty="0" smtClean="0"/>
              <a:t>और </a:t>
            </a:r>
            <a:r>
              <a:rPr lang="en-US" b="1" dirty="0" smtClean="0"/>
              <a:t>use</a:t>
            </a:r>
            <a:r>
              <a:rPr lang="en-US" dirty="0" smtClean="0"/>
              <a:t> </a:t>
            </a:r>
            <a:r>
              <a:rPr lang="hi-IN" dirty="0" smtClean="0"/>
              <a:t>करने के लिए </a:t>
            </a:r>
            <a:r>
              <a:rPr lang="en-US" dirty="0" smtClean="0"/>
              <a:t>variables </a:t>
            </a:r>
            <a:r>
              <a:rPr lang="hi-IN" dirty="0" smtClean="0"/>
              <a:t>की जरूरत होती है।</a:t>
            </a:r>
          </a:p>
          <a:p>
            <a:r>
              <a:rPr lang="hi-IN" b="1" dirty="0" smtClean="0"/>
              <a:t>उदाहरण:</a:t>
            </a:r>
            <a:endParaRPr lang="hi-IN" dirty="0" smtClean="0"/>
          </a:p>
          <a:p>
            <a:r>
              <a:rPr lang="en-US" dirty="0" smtClean="0"/>
              <a:t>age = 20</a:t>
            </a:r>
          </a:p>
          <a:p>
            <a:r>
              <a:rPr lang="en-US" dirty="0" smtClean="0"/>
              <a:t>name = "Rehan"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229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⭐ </a:t>
            </a:r>
            <a:r>
              <a:rPr lang="en-US" b="1" dirty="0" smtClean="0"/>
              <a:t>2. Variable declare </a:t>
            </a:r>
            <a:r>
              <a:rPr lang="hi-IN" b="1" dirty="0" smtClean="0"/>
              <a:t>कैसे करते हैं?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Java </a:t>
            </a:r>
            <a:r>
              <a:rPr lang="hi-IN" dirty="0" smtClean="0"/>
              <a:t>में </a:t>
            </a:r>
            <a:r>
              <a:rPr lang="en-US" dirty="0" smtClean="0"/>
              <a:t>variable declare </a:t>
            </a:r>
            <a:r>
              <a:rPr lang="hi-IN" dirty="0" smtClean="0"/>
              <a:t>करने का </a:t>
            </a:r>
            <a:r>
              <a:rPr lang="en-US" dirty="0" smtClean="0"/>
              <a:t>basic format:</a:t>
            </a:r>
          </a:p>
          <a:p>
            <a:endParaRPr lang="en-US" dirty="0"/>
          </a:p>
          <a:p>
            <a:r>
              <a:rPr lang="en-US" dirty="0" err="1" smtClean="0"/>
              <a:t>dataType</a:t>
            </a:r>
            <a:r>
              <a:rPr lang="en-US" dirty="0" smtClean="0"/>
              <a:t> </a:t>
            </a:r>
            <a:r>
              <a:rPr lang="en-US" dirty="0" err="1" smtClean="0"/>
              <a:t>variableName</a:t>
            </a:r>
            <a:r>
              <a:rPr lang="en-US" dirty="0" smtClean="0"/>
              <a:t> = value;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my_age</a:t>
            </a:r>
            <a:r>
              <a:rPr lang="en-US" dirty="0" smtClean="0"/>
              <a:t> = 25;</a:t>
            </a:r>
          </a:p>
          <a:p>
            <a:r>
              <a:rPr lang="en-US" dirty="0" smtClean="0"/>
              <a:t>String name = "</a:t>
            </a:r>
            <a:r>
              <a:rPr lang="en-US" dirty="0" err="1" smtClean="0"/>
              <a:t>Aman</a:t>
            </a:r>
            <a:r>
              <a:rPr lang="en-US" dirty="0" smtClean="0"/>
              <a:t>";</a:t>
            </a:r>
          </a:p>
          <a:p>
            <a:r>
              <a:rPr lang="en-US" dirty="0" smtClean="0"/>
              <a:t>double price = 99.99;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643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⭐ </a:t>
            </a:r>
            <a:r>
              <a:rPr lang="en-US" b="1" dirty="0" smtClean="0"/>
              <a:t>3. Variable </a:t>
            </a:r>
            <a:r>
              <a:rPr lang="hi-IN" b="1" dirty="0" smtClean="0"/>
              <a:t>के </a:t>
            </a:r>
            <a:r>
              <a:rPr lang="en-US" b="1" dirty="0" smtClean="0"/>
              <a:t>Rules (</a:t>
            </a:r>
            <a:r>
              <a:rPr lang="hi-IN" b="1" dirty="0" smtClean="0"/>
              <a:t>बहुत </a:t>
            </a:r>
            <a:r>
              <a:rPr lang="en-US" b="1" dirty="0" smtClean="0"/>
              <a:t>important)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585522"/>
            <a:ext cx="9551126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नाम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(identifier) 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बनाते समय यह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rules follow 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करें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नाम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letter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से शुरू होना चाहिए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(A–Z, a–z)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।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बीच में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numbers, letters, underscore, allowed 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हैं।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नाम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से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start 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नहीं हो सकता।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case-sensitive 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है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age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angal"/>
              </a:rPr>
              <a:t> अलग है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Age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angal"/>
              </a:rPr>
              <a:t> अलग है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Space allowed 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नहीं होता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जैसे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my age</a:t>
            </a:r>
            <a:b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✔️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my_age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841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⭐ </a:t>
            </a:r>
            <a:r>
              <a:rPr lang="en-US" b="1" dirty="0" smtClean="0"/>
              <a:t>4. Types of Variables (Java </a:t>
            </a:r>
            <a:r>
              <a:rPr lang="hi-IN" b="1" dirty="0" smtClean="0"/>
              <a:t>में तीन प्रकार)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1) Local Variable</a:t>
            </a:r>
          </a:p>
          <a:p>
            <a:r>
              <a:rPr lang="en-US" dirty="0" smtClean="0"/>
              <a:t>Method </a:t>
            </a:r>
            <a:r>
              <a:rPr lang="hi-IN" dirty="0" smtClean="0"/>
              <a:t>या </a:t>
            </a:r>
            <a:r>
              <a:rPr lang="en-US" dirty="0" smtClean="0"/>
              <a:t>block </a:t>
            </a:r>
            <a:r>
              <a:rPr lang="hi-IN" dirty="0" smtClean="0"/>
              <a:t>के अंदर </a:t>
            </a:r>
            <a:r>
              <a:rPr lang="en-US" dirty="0" smtClean="0"/>
              <a:t>declare </a:t>
            </a:r>
            <a:r>
              <a:rPr lang="hi-IN" dirty="0" smtClean="0"/>
              <a:t>होता है।</a:t>
            </a:r>
          </a:p>
          <a:p>
            <a:r>
              <a:rPr lang="en-US" dirty="0" smtClean="0"/>
              <a:t>Method </a:t>
            </a:r>
            <a:r>
              <a:rPr lang="hi-IN" dirty="0" smtClean="0"/>
              <a:t>के बाहर </a:t>
            </a:r>
            <a:r>
              <a:rPr lang="en-US" dirty="0" smtClean="0"/>
              <a:t>access </a:t>
            </a:r>
            <a:r>
              <a:rPr lang="hi-IN" dirty="0" smtClean="0"/>
              <a:t>नहीं होता।</a:t>
            </a:r>
            <a:endParaRPr lang="en-US" dirty="0" smtClean="0"/>
          </a:p>
          <a:p>
            <a:endParaRPr lang="hi-IN" dirty="0" smtClean="0"/>
          </a:p>
          <a:p>
            <a:r>
              <a:rPr lang="en-US" dirty="0" smtClean="0"/>
              <a:t>void show() {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int</a:t>
            </a:r>
            <a:r>
              <a:rPr lang="en-US" dirty="0" smtClean="0"/>
              <a:t> x = 10; // local variable</a:t>
            </a:r>
          </a:p>
          <a:p>
            <a:r>
              <a:rPr lang="en-US" dirty="0" err="1" smtClean="0"/>
              <a:t>System.out.print</a:t>
            </a:r>
            <a:r>
              <a:rPr lang="en-US" dirty="0" smtClean="0"/>
              <a:t>(x)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112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2) </a:t>
            </a:r>
            <a:r>
              <a:rPr lang="en-US" b="1" dirty="0" smtClean="0"/>
              <a:t>Instance Variable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455485"/>
            <a:ext cx="997784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</a:t>
            </a:r>
            <a:r>
              <a:rPr kumimoji="0" lang="hi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के अंदर लेकिन किसी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 </a:t>
            </a:r>
            <a:r>
              <a:rPr kumimoji="0" lang="hi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के बाहर।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</a:t>
            </a:r>
            <a:r>
              <a:rPr kumimoji="0" lang="hi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के साथ इसका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change </a:t>
            </a:r>
            <a:r>
              <a:rPr kumimoji="0" lang="hi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होता है।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Mang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Student 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String name; // instance variable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6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Variable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262631"/>
            <a:ext cx="8610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</a:t>
            </a:r>
            <a:r>
              <a:rPr kumimoji="0" lang="hi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के अंदर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static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keyword </a:t>
            </a:r>
            <a:r>
              <a:rPr kumimoji="0" lang="hi-I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angal"/>
              </a:rPr>
              <a:t>के साथ।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i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पूरे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class </a:t>
            </a:r>
            <a:r>
              <a:rPr kumimoji="0" lang="hi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में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common value</a:t>
            </a:r>
            <a:r>
              <a:rPr kumimoji="0" lang="hi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।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Mang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count = 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800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⭐ </a:t>
            </a:r>
            <a:r>
              <a:rPr lang="en-US" b="1" dirty="0" smtClean="0"/>
              <a:t>5. Common Data Types in Java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8275276"/>
              </p:ext>
            </p:extLst>
          </p:nvPr>
        </p:nvGraphicFramePr>
        <p:xfrm>
          <a:off x="838200" y="1776548"/>
          <a:ext cx="10515600" cy="3322026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553671"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3671"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integer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3671">
                <a:tc>
                  <a:txBody>
                    <a:bodyPr/>
                    <a:lstStyle/>
                    <a:p>
                      <a:r>
                        <a:rPr lang="en-US"/>
                        <a:t>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decimal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3671">
                <a:tc>
                  <a:txBody>
                    <a:bodyPr/>
                    <a:lstStyle/>
                    <a:p>
                      <a:r>
                        <a:rPr lang="en-US"/>
                        <a:t>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single 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'A'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3671">
                <a:tc>
                  <a:txBody>
                    <a:bodyPr/>
                    <a:lstStyle/>
                    <a:p>
                      <a:r>
                        <a:rPr lang="en-US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true/false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3671">
                <a:tc>
                  <a:txBody>
                    <a:bodyPr/>
                    <a:lstStyle/>
                    <a:p>
                      <a:r>
                        <a:rPr lang="en-US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"Hello"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14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⭐ </a:t>
            </a:r>
            <a:r>
              <a:rPr lang="en-US" b="1" dirty="0"/>
              <a:t>6</a:t>
            </a:r>
            <a:r>
              <a:rPr lang="en-US" b="1" dirty="0" smtClean="0"/>
              <a:t>. Variable </a:t>
            </a:r>
            <a:r>
              <a:rPr lang="hi-IN" b="1" dirty="0" smtClean="0"/>
              <a:t>क्यों </a:t>
            </a:r>
            <a:r>
              <a:rPr lang="en-US" b="1" dirty="0" smtClean="0"/>
              <a:t>Important </a:t>
            </a:r>
            <a:r>
              <a:rPr lang="hi-IN" b="1" dirty="0" smtClean="0"/>
              <a:t>हैं?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Program </a:t>
            </a:r>
            <a:r>
              <a:rPr lang="hi-IN" dirty="0" smtClean="0"/>
              <a:t>में </a:t>
            </a:r>
            <a:r>
              <a:rPr lang="en-US" dirty="0" smtClean="0"/>
              <a:t>data store </a:t>
            </a:r>
            <a:r>
              <a:rPr lang="hi-IN" dirty="0" smtClean="0"/>
              <a:t>करने के लिए जरूरी।</a:t>
            </a:r>
          </a:p>
          <a:p>
            <a:r>
              <a:rPr lang="en-US" dirty="0" smtClean="0"/>
              <a:t>Same code </a:t>
            </a:r>
            <a:r>
              <a:rPr lang="hi-IN" dirty="0" smtClean="0"/>
              <a:t>में बार-बार </a:t>
            </a:r>
            <a:r>
              <a:rPr lang="en-US" dirty="0" smtClean="0"/>
              <a:t>value </a:t>
            </a:r>
            <a:r>
              <a:rPr lang="hi-IN" dirty="0" smtClean="0"/>
              <a:t>बदलने की सुविधा।</a:t>
            </a:r>
          </a:p>
          <a:p>
            <a:r>
              <a:rPr lang="en-US" dirty="0" smtClean="0"/>
              <a:t>Code readable </a:t>
            </a:r>
            <a:r>
              <a:rPr lang="hi-IN" dirty="0" smtClean="0"/>
              <a:t>और </a:t>
            </a:r>
            <a:r>
              <a:rPr lang="en-US" dirty="0" smtClean="0"/>
              <a:t>maintainable </a:t>
            </a:r>
            <a:r>
              <a:rPr lang="hi-IN" dirty="0" smtClean="0"/>
              <a:t>बनता है।</a:t>
            </a:r>
          </a:p>
          <a:p>
            <a:r>
              <a:rPr lang="en-US" dirty="0" smtClean="0"/>
              <a:t>Real-life situations </a:t>
            </a:r>
            <a:r>
              <a:rPr lang="hi-IN" dirty="0" smtClean="0"/>
              <a:t>को </a:t>
            </a:r>
            <a:r>
              <a:rPr lang="en-US" dirty="0" smtClean="0"/>
              <a:t>program </a:t>
            </a:r>
            <a:r>
              <a:rPr lang="hi-IN" dirty="0" smtClean="0"/>
              <a:t>में </a:t>
            </a:r>
            <a:r>
              <a:rPr lang="en-US" dirty="0" smtClean="0"/>
              <a:t>represent </a:t>
            </a:r>
            <a:r>
              <a:rPr lang="hi-IN" dirty="0" smtClean="0"/>
              <a:t>करने में मदद करता है।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String name = “Rehan”;</a:t>
            </a:r>
          </a:p>
          <a:p>
            <a:endParaRPr lang="en-US" dirty="0"/>
          </a:p>
          <a:p>
            <a:r>
              <a:rPr lang="en-US" dirty="0"/>
              <a:t>n</a:t>
            </a:r>
            <a:r>
              <a:rPr lang="en-US" dirty="0" smtClean="0"/>
              <a:t>ame = “</a:t>
            </a:r>
            <a:r>
              <a:rPr lang="en-US" dirty="0" err="1" smtClean="0"/>
              <a:t>Ezaz</a:t>
            </a:r>
            <a:r>
              <a:rPr lang="en-US" dirty="0" smtClean="0"/>
              <a:t>”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                                           THANK  YOU</a:t>
            </a:r>
            <a:endParaRPr lang="hi-IN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688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364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 Unicode MS</vt:lpstr>
      <vt:lpstr>Arial</vt:lpstr>
      <vt:lpstr>Calibri</vt:lpstr>
      <vt:lpstr>Calibri Light</vt:lpstr>
      <vt:lpstr>Mangal</vt:lpstr>
      <vt:lpstr>Office Theme</vt:lpstr>
      <vt:lpstr>Variables in Java</vt:lpstr>
      <vt:lpstr>⭐ 1. Variable क्या होता है?</vt:lpstr>
      <vt:lpstr>⭐ 2. Variable declare कैसे करते हैं?</vt:lpstr>
      <vt:lpstr>⭐ 3. Variable के Rules (बहुत important)</vt:lpstr>
      <vt:lpstr>⭐ 4. Types of Variables (Java में तीन प्रकार)</vt:lpstr>
      <vt:lpstr>2) Instance Variable</vt:lpstr>
      <vt:lpstr>Static Variable</vt:lpstr>
      <vt:lpstr>⭐ 5. Common Data Types in Java</vt:lpstr>
      <vt:lpstr>⭐ 6. Variable क्यों Important हैं?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 in Java</dc:title>
  <dc:creator>Microsoft account</dc:creator>
  <cp:lastModifiedBy>Microsoft account</cp:lastModifiedBy>
  <cp:revision>4</cp:revision>
  <dcterms:created xsi:type="dcterms:W3CDTF">2025-11-16T18:16:45Z</dcterms:created>
  <dcterms:modified xsi:type="dcterms:W3CDTF">2025-11-16T18:56:42Z</dcterms:modified>
</cp:coreProperties>
</file>